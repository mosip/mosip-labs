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78608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E3A8A"/>
                </a:solidFill>
              </a:rPr>
              <a:t>MOSIP 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1D4ED8"/>
                </a:solidFill>
              </a:rPr>
              <a:t>AI-Powered Knowledge Assistant for MOSIP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</a:rPr>
              <a:t>A Personal Initiative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65F46"/>
                </a:solidFill>
              </a:rPr>
              <a:t>One AI assistant. Six knowledge sources. Any language. Instant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519672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MOSIP Nexus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CD4F5"/>
                </a:solidFill>
              </a:rPr>
              <a:t>MOSIP's knowledge is scattered across 6 different places. Finding one answer can take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1737360" cy="23774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docs.mosip.io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449 pages of
official 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2103120"/>
            <a:ext cx="1737360" cy="23774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community.mosip.io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7889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Thousands of
Q&amp;A threads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9664" y="2103120"/>
            <a:ext cx="1737360" cy="23774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GitHub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7889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86 repos with
closed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1616" y="2103120"/>
            <a:ext cx="1737360" cy="23774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Source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7889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Millions of lines
Java / YAML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2103120"/>
            <a:ext cx="1737360" cy="23774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Confluence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7889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Internal
engineering wikis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103120"/>
            <a:ext cx="1737360" cy="23774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7889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Project tickets
&amp; bug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5F09"/>
                </a:solidFill>
              </a:rPr>
              <a:t>A support engineer searching for one error code answer wastes 2-4 hours per incident.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Solution: MOSIP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1FAE5"/>
                </a:solidFill>
              </a:rPr>
              <a:t>One chat assistant that searches all six sources simultaneously and returns a precise, cited answer in seconds — in any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2743200" cy="329184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Ask Anything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Type your MOSIP question in plain language. No need to know which source has the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03120"/>
            <a:ext cx="2743200" cy="329184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Instant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889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AI searches 70,000+ knowledge chunks from all 6 sources at once using semantic search.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743200" cy="329184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Cited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889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Get a precise answer with links to the exact doc page, GitHub issue, or community thread.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103120"/>
            <a:ext cx="2743200" cy="329184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Any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7889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Ask in Tamil, Hindi, French, Arabic — answer comes back in the same language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Works — In 4 Simple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651760" cy="44348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508760"/>
            <a:ext cx="100584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36192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You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Type any MOSIP question in natural language — in any language you prefer.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44348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508760"/>
            <a:ext cx="100584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536192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We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AI searches 70,000+ chunks across 6 sources using semantic (meaning-based) 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44348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1508760"/>
            <a:ext cx="100584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AI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Groq Llama 3.3 reads the top results and writes a precise, grounded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371600"/>
            <a:ext cx="2651760" cy="44348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1508760"/>
            <a:ext cx="100584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536192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You 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632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Answer + confidence score + source links + related threads — in under 10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Six Knowledge Sources — Searched Simultaneously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566928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990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MOSIP Docs  (6,094 chunks)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449 pages from docs.mosip.io/1.2.0 — full product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61872"/>
            <a:ext cx="566928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990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Community Forum  (11,236 chunks)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5623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Accepted answers and high-voted replies from community.mosip.io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44952"/>
            <a:ext cx="566928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821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GitHub Issues  (2,513 chunks)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931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Closed issues and resolutions from all 86 MOSIP repositories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44952"/>
            <a:ext cx="566928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821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Source Code  (~38,000 chunks)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3931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Java, YAML, properties files — error constants, service implementations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28032"/>
            <a:ext cx="566928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65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Confluence  (12,264 chunks)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2239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Internal engineering wikis (QT, ENGG, PMS spaces)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828032"/>
            <a:ext cx="566928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965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Jira 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2239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Project tickets and bug reports (configurable per organisation)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Multilingual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Ask in Tamil, Hindi, Arabic, French — replies in the same language. Auto-detects. Lock to preferred language.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07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Chat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Follow-up questions work naturally. Full conversation context retained.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Source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Every answer cites the exact doc page, forum thread, or GitHub issue.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Confidence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33472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High / Medium / Low badge shows how well the knowledge base matched your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649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Duplicate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12464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Surfaces existing community threads before generating a new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3649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Web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12464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If MOSIP knowledge base has no answer, searches the public web and discloses the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439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Expert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9145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Low-confidence answers auto-notify the team and offer a Contact Expert button.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439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Export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9145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Download the full chat as a professional HTML report with sources and badges.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2297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Incremental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70448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Knowledge base updates fetch only what changed — no full rebuild needed.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52297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  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870448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LangSmith tracing shows every prompt and LLM call with latency (optional).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Truly Multilingual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CD4F5"/>
                </a:solidFill>
              </a:rPr>
              <a:t>MOSIP serves countries across the world. MOSIP Nexus speaks to users in their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56616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470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Tamil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"MOSIP என்றால் என்ன?"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37360"/>
            <a:ext cx="356616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8470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Hindi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3042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"MOSIP kya hai?"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356616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470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French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042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"Qu'est-ce que le MOSIP?"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356616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301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Arabic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873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"What is MOSIP? (in Arabic)"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520440"/>
            <a:ext cx="356616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6301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German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873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"Was ist MOSIP?"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520440"/>
            <a:ext cx="3566160" cy="16002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6301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Portuguese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0873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"O que e o MOSIP?"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Auto-detects language with 95% confidence  |  Lock language for full session  |  100+ languages supported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Architecture (Simplified)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61872"/>
            <a:ext cx="5029200" cy="512064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075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</a:rPr>
              <a:t>OFFLINE — Build Knowledge Base (Once)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10512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6 Crawlers → docs, forum, GitHub, code, Confluence, Jira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Text Splitter → 900-char chunks with 150-char overlap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Embedding Model (multilingual-e5-base) → 768-dim vectors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ChromaDB → stores 70,000+ vectors locally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261872"/>
            <a:ext cx="6217920" cy="512064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3075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ONLINE — Answer Every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10512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User asks → language detected automatically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Question condensed with chat history (LLM)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MMR search across all 6 ChromaDB collections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Top-K chunks → context for the LLM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Groq Llama 3.3 generates answer from context only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DuckDuckGo fallback if question is not in knowledge base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Answer + sources + confidence badge → Streamlit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520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3A8A"/>
                </a:solidFill>
              </a:rPr>
              <a:t>=&gt;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73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LangChain  .  Groq Llama 3.3  .  ChromaDB  .  HuggingFace  .  Streamlit  .  Python 3.13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REST API — Ready for Integration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CD4F5"/>
                </a:solidFill>
              </a:rPr>
              <a:t>Every feature in the chat UI is also available as an HTTP endpoint with Swagger UI built-in.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7863840" cy="521208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0759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78308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POST  /chat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8308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Ask any MOSIP question — returns answer, sources, confidence + session_id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31343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POST  /batch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31343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Ask up to 10 questions in one call, all sharing session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8437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POST  /search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8437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Raw semantic search across ChromaDB — no LLM called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POST  /similar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37413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Find matching community threads for a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9044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GET   /stats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90448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Usage metrics — queries, confidence levels, source types,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4348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GET   /health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4348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ChromaDB chunk counts and active session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96519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POST  /feedback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96519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Rate answers positive / negative per session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549554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POST  /export/{id}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549554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Export full session as JSON or HTML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261872"/>
            <a:ext cx="3474720" cy="25146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1307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</a:rPr>
              <a:t>Integration 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1755648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MOSIP Admin Portal widget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Slack / Teams bot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Mobile app integration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Custom internal dashboards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886200"/>
            <a:ext cx="3474720" cy="2587752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Swagger UI — built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37083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http://localhost:8000/docs
Test every endpoint from
your browser — no code needed.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Start with one command: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uv run uvicorn MosipNexus.api.main:app
--port 8000 --reload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Value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98448"/>
            <a:ext cx="5669280" cy="16002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0817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F46"/>
                </a:solidFill>
              </a:rPr>
              <a:t>  Hours -&gt;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An answer that took 2-4 hours of manual search now takes under 10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98448"/>
            <a:ext cx="5669280" cy="16002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0817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F46"/>
                </a:solidFill>
              </a:rPr>
              <a:t>  Barrier-Free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6537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Non-English speaking teams in member countries get support in their native language.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35808"/>
            <a:ext cx="5669280" cy="16002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14553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F46"/>
                </a:solidFill>
              </a:rPr>
              <a:t>  Self-Service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0273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Developers and implementers resolve issues without escalating every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35808"/>
            <a:ext cx="5669280" cy="16002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14553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F46"/>
                </a:solidFill>
              </a:rPr>
              <a:t>  Knowledge Preserved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0273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Community accepted answers and GitHub resolutions are surfaced, not buried.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73168"/>
            <a:ext cx="5669280" cy="16002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8289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F46"/>
                </a:solidFill>
              </a:rPr>
              <a:t>  Intelligent 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009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Low-confidence answers alert the team automatically — nothing falls through.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773168"/>
            <a:ext cx="5669280" cy="16002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8289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F46"/>
                </a:solidFill>
              </a:rPr>
              <a:t>  Always Up-to-Date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4009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Incremental crawlers keep the knowledge base current without a full rebuild.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Roadmap —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61872"/>
            <a:ext cx="3749039" cy="5257800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3749039" cy="5029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930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 —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56231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RAG with 6 knowledge sources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Multilingual chat with language lock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Confidence scoring &amp; source attribution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Export report &amp; duplicate detection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Expert escalation &amp; email notifications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Incremental knowledge updates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261872"/>
            <a:ext cx="3749039" cy="5257800"/>
          </a:xfrm>
          <a:prstGeom prst="rect">
            <a:avLst/>
          </a:prstGeom>
          <a:solidFill>
            <a:srgbClr val="EBF5FF"/>
          </a:solidFill>
          <a:ln>
            <a:solidFill>
              <a:srgbClr val="BC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9" y="1261872"/>
            <a:ext cx="3749039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28930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 —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1856231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REST API for MOSIP portal integration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Slack / Teams bot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Voice input support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Auto-scheduled weekly knowledge refresh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User feedback per answer (thumbs up/down)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1261872"/>
            <a:ext cx="3749039" cy="5257800"/>
          </a:xfrm>
          <a:prstGeom prst="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598" y="1261872"/>
            <a:ext cx="3749039" cy="502920"/>
          </a:xfrm>
          <a:prstGeom prst="rect">
            <a:avLst/>
          </a:prstGeom>
          <a:solidFill>
            <a:srgbClr val="B45F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8" y="128930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 — 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8" y="1856231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Analytics: top questions, gap analysis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Fine-tuned MOSIP embedding model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Multi-tenant for different organisations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▸  MOSIP Admin Portal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About This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D4ED8"/>
                </a:solidFill>
              </a:rPr>
              <a:t>This project was built independently as a proof-of-concept to explore how Generative AI can solve a real, day-to-day challenge for the MOSIP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84831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1F2937"/>
                </a:solidFill>
              </a:rPr>
              <a:t>▸  Built from scratch — no external AI product was licensed or purchased.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F2937"/>
                </a:solidFill>
              </a:rPr>
              <a:t>▸  Uses only open-source models and free-tier APIs (Groq, HuggingFace).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F2937"/>
                </a:solidFill>
              </a:rPr>
              <a:t>▸  Fully functional today — not a prototype, not a mockup.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F2937"/>
                </a:solidFill>
              </a:rPr>
              <a:t>▸  Knowledge base contains 70,000+ chunks from real MOSIP sources.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F2937"/>
                </a:solidFill>
              </a:rPr>
              <a:t>▸  Answering real MOSIP questions with cited sources and confidence scoring.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F2937"/>
                </a:solidFill>
              </a:rPr>
              <a:t>▸  Ready for pilot deployment with any MOSIP team or partner organisation.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596128"/>
            <a:ext cx="11247120" cy="841248"/>
          </a:xfrm>
          <a:prstGeom prst="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241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65F46"/>
                </a:solidFill>
              </a:rPr>
              <a:t>"I built this because I believe AI can genuinely reduce the friction for MOSIP adopters worldwide."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78608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E3A8A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1D4ED8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</a:rPr>
              <a:t>MOSIP Nexus  |  AI-Powered Knowledge Assistant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Built on: LangChain  .  Groq Llama 3.3  .  ChromaDB  .  HuggingFace  . 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519672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MOSIP Nexus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